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F5F8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75" d="100"/>
          <a:sy n="75" d="100"/>
        </p:scale>
        <p:origin x="456" y="-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9991E7-6C54-D99E-DC04-29B82D9A30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A8D4EE4-8AD9-6544-61A0-FC68F44E30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811C732-740C-60E5-5AE7-8BD4709FA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25290-D203-4E03-AF34-C4F863701023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EA92E86-96CE-003F-73E4-08D99DA9F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CD21F70-C04A-BED0-CEC4-BC9AF6B90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56FEB-6EBF-4E71-AD67-2C9BE2882C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2793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6D2D82-9E92-8415-AE65-CB6A4F9B3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94B18C4-3F67-5430-AC83-5A844EDDD8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E4AF16A-4D6B-DC89-E156-2DB022943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25290-D203-4E03-AF34-C4F863701023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21A51A8-0697-56C6-4351-133E2B0FF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86ADD69-3D9E-AB1E-EBED-E0B6230EE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56FEB-6EBF-4E71-AD67-2C9BE2882C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2632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2E1631-59D7-69C6-5492-0F0052B62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1CB3A51-F4E2-200A-E5E8-983B52BA40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980AF0-217C-1FF1-9D27-ECC90E9C5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25290-D203-4E03-AF34-C4F863701023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F572A8F-5366-C2E2-CB56-E82482016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AC8E75A-F4ED-361D-495B-8AB99747A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56FEB-6EBF-4E71-AD67-2C9BE2882C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492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9775A1-72D5-7377-A16C-8887A6447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AA289D-D5F1-1E9E-58AE-B04FE55857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806637B-29FF-2BE3-BBAA-0062DBE132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C1D0C99-6FDC-7A5F-2F49-9DD72CC8F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25290-D203-4E03-AF34-C4F863701023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0D5027-BED0-138A-E46F-6F8E6641F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5C5624-33E1-DD00-AB27-2C251D78F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56FEB-6EBF-4E71-AD67-2C9BE2882C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2087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237A54-B9B9-253D-C97E-959F430DA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D34CA80-A2F8-0AA5-CC0C-6BA2F1F989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3EB7AB9-48E5-D210-E91F-1640404E30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F5D2CB4-91AD-2355-096E-61F0D1E162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FDDE744-56D6-FF12-4CE3-E23577680E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0E759C3-E301-0692-4701-09F04FB42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25290-D203-4E03-AF34-C4F863701023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E34E60F-5168-D862-BA8E-6910B1856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AF25F80-D589-160F-9458-11ADA2449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56FEB-6EBF-4E71-AD67-2C9BE2882C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7671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F9631B-9198-1341-E8EA-46131E60C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96FEA68-3CEA-07F9-4F9E-901E01FDA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25290-D203-4E03-AF34-C4F863701023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1849B0E-75CC-4D71-1470-7C70B7E82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28F43C2-1F4C-4DA1-1EAA-F29D8716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56FEB-6EBF-4E71-AD67-2C9BE2882C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3032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1A91138-0D5E-313E-D5CF-1816DF7B4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25290-D203-4E03-AF34-C4F863701023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DB2FCD4-478E-472B-3D26-144630459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D8873DA-1C7A-C4BB-5265-0C5376206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56FEB-6EBF-4E71-AD67-2C9BE2882C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2526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C397D4-E97D-A9F4-C2C4-DF2F047B8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8626BDE-096D-8E1C-9218-F61F36285B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E795F04-546D-6096-C108-633038D3A4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5594EB8-898B-A84B-6CC6-597701872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25290-D203-4E03-AF34-C4F863701023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33C2A77-04F5-75CB-59CB-EF7D8FC68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E783D62-310E-105A-521D-3A1106E40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56FEB-6EBF-4E71-AD67-2C9BE2882C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2999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854DF7-DDC2-CD6C-A589-19243B00C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2F51C8B-1F18-2C74-C09D-66B27B4938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984AA9C-9650-96B9-7D9F-2A0D25ECEF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003D3B1-6472-337A-AEB4-70A183319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25290-D203-4E03-AF34-C4F863701023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70EFE22-104C-4246-2DAE-B35431DA3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3131D2A-125B-621B-04C5-6CFCC39F4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56FEB-6EBF-4E71-AD67-2C9BE2882C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2184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47C32A-4843-07A9-77AA-CBAB8CEA2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2E6EAE4-D06E-A749-985F-539AB4BDDC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2916066-1A7D-C2F2-4BF3-768853E7D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25290-D203-4E03-AF34-C4F863701023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0083B6-D3D4-5C78-544D-E22D769E9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5BF0E4D-DDD8-3135-E5D0-7EB90245E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56FEB-6EBF-4E71-AD67-2C9BE2882C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001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31D6C84-66F2-0F5A-9ACC-66899FBCD1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73CE919-715A-D6E6-A1A7-EB87876E51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D56625-B299-13D7-0ACF-2E5091C04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25290-D203-4E03-AF34-C4F863701023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14A869D-7010-0FDD-5B01-0594F285E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91BB777-6AF0-75D9-028D-740D0BBEA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56FEB-6EBF-4E71-AD67-2C9BE2882C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7970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E1EB0A2-B703-12E0-D49D-7421ABB04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AB17E40-A2EC-9416-3CCB-B6A1A4A7CD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2FBB53-C470-E416-F88D-2F6D09FF90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D25290-D203-4E03-AF34-C4F863701023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5BE633F-A630-3467-7FF7-387F4521F7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07726F0-4EB5-F182-B3B1-FC9F6FC969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856FEB-6EBF-4E71-AD67-2C9BE2882C3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2141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809155F0-4BE2-2CAD-01CC-BABE5AA98DEA}"/>
              </a:ext>
            </a:extLst>
          </p:cNvPr>
          <p:cNvSpPr/>
          <p:nvPr/>
        </p:nvSpPr>
        <p:spPr>
          <a:xfrm>
            <a:off x="-173421" y="0"/>
            <a:ext cx="12365421" cy="6858000"/>
          </a:xfrm>
          <a:prstGeom prst="rect">
            <a:avLst/>
          </a:prstGeom>
          <a:solidFill>
            <a:srgbClr val="F5F8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DA52F11-F7EB-3FAC-2828-CF1BD60271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0DFE595-ACB9-0745-1B8A-C14640F9D3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51EB6AD-0D5B-43A0-A403-09BF1CC5ADCB}"/>
              </a:ext>
            </a:extLst>
          </p:cNvPr>
          <p:cNvSpPr txBox="1"/>
          <p:nvPr/>
        </p:nvSpPr>
        <p:spPr>
          <a:xfrm>
            <a:off x="3046686" y="3013502"/>
            <a:ext cx="609337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pt-BR" sz="1200" b="1" i="0" dirty="0">
                <a:solidFill>
                  <a:srgbClr val="FFFFFF"/>
                </a:solidFill>
                <a:effectLst/>
                <a:latin typeface="DM Sans" panose="020F0502020204030204" pitchFamily="2" charset="0"/>
              </a:rPr>
              <a:t>Imagem com vegetação</a:t>
            </a:r>
            <a:endParaRPr lang="pt-BR" sz="1200" b="0" i="0" dirty="0">
              <a:solidFill>
                <a:srgbClr val="27313B"/>
              </a:solidFill>
              <a:effectLst/>
              <a:latin typeface="DM Sans" panose="020F0502020204030204" pitchFamily="2" charset="0"/>
            </a:endParaRPr>
          </a:p>
          <a:p>
            <a:pPr>
              <a:buNone/>
            </a:pPr>
            <a:br>
              <a:rPr lang="pt-BR" dirty="0"/>
            </a:br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94885B3-C78D-F2BE-4457-05B325029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6754"/>
            <a:ext cx="12192000" cy="5346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972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D1873DBE-DFC7-FF89-79D4-1403E23ABC0D}"/>
              </a:ext>
            </a:extLst>
          </p:cNvPr>
          <p:cNvSpPr/>
          <p:nvPr/>
        </p:nvSpPr>
        <p:spPr>
          <a:xfrm>
            <a:off x="0" y="-245310"/>
            <a:ext cx="12365421" cy="6858000"/>
          </a:xfrm>
          <a:prstGeom prst="rect">
            <a:avLst/>
          </a:prstGeom>
          <a:solidFill>
            <a:srgbClr val="F5F8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A7C4711E-AFBB-33A9-98E3-F2DE099F1DEA}"/>
              </a:ext>
            </a:extLst>
          </p:cNvPr>
          <p:cNvSpPr/>
          <p:nvPr/>
        </p:nvSpPr>
        <p:spPr>
          <a:xfrm>
            <a:off x="513208" y="3183692"/>
            <a:ext cx="1529254" cy="981239"/>
          </a:xfrm>
          <a:prstGeom prst="roundRect">
            <a:avLst/>
          </a:prstGeom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Imagem Original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DF2D1989-8EF6-1C6E-16AF-8510262C72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4586"/>
            <a:ext cx="3943629" cy="1769104"/>
          </a:xfrm>
          <a:prstGeom prst="rect">
            <a:avLst/>
          </a:prstGeom>
        </p:spPr>
      </p:pic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D05A9FB2-2094-D186-0429-FFFDB0920462}"/>
              </a:ext>
            </a:extLst>
          </p:cNvPr>
          <p:cNvSpPr/>
          <p:nvPr/>
        </p:nvSpPr>
        <p:spPr>
          <a:xfrm>
            <a:off x="2665295" y="3183691"/>
            <a:ext cx="1655378" cy="981240"/>
          </a:xfrm>
          <a:prstGeom prst="roundRect">
            <a:avLst/>
          </a:prstGeom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Segmentação YOLO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856AC90E-398F-FA04-2DAC-DFF7F34CEFF4}"/>
              </a:ext>
            </a:extLst>
          </p:cNvPr>
          <p:cNvSpPr/>
          <p:nvPr/>
        </p:nvSpPr>
        <p:spPr>
          <a:xfrm>
            <a:off x="7221717" y="3183691"/>
            <a:ext cx="1968061" cy="981240"/>
          </a:xfrm>
          <a:prstGeom prst="roundRect">
            <a:avLst/>
          </a:prstGeom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Pré-processamento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6FC54AD5-67A6-8B8E-BBFD-11101E678C9C}"/>
              </a:ext>
            </a:extLst>
          </p:cNvPr>
          <p:cNvSpPr/>
          <p:nvPr/>
        </p:nvSpPr>
        <p:spPr>
          <a:xfrm>
            <a:off x="4943506" y="3183691"/>
            <a:ext cx="1655378" cy="981240"/>
          </a:xfrm>
          <a:prstGeom prst="roundRect">
            <a:avLst/>
          </a:prstGeom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Extração do </a:t>
            </a:r>
            <a:r>
              <a:rPr lang="pt-BR" dirty="0" err="1"/>
              <a:t>ROi</a:t>
            </a:r>
            <a:endParaRPr lang="pt-BR" dirty="0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CC013DDC-4FC8-5FDD-B614-82A4EF833BDE}"/>
              </a:ext>
            </a:extLst>
          </p:cNvPr>
          <p:cNvSpPr/>
          <p:nvPr/>
        </p:nvSpPr>
        <p:spPr>
          <a:xfrm>
            <a:off x="9812612" y="3183691"/>
            <a:ext cx="1655378" cy="981240"/>
          </a:xfrm>
          <a:prstGeom prst="roundRect">
            <a:avLst/>
          </a:prstGeom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Patchcore</a:t>
            </a:r>
            <a:endParaRPr lang="pt-BR" dirty="0"/>
          </a:p>
        </p:txBody>
      </p:sp>
      <p:cxnSp>
        <p:nvCxnSpPr>
          <p:cNvPr id="24" name="Conector de Seta Reta 23">
            <a:extLst>
              <a:ext uri="{FF2B5EF4-FFF2-40B4-BE49-F238E27FC236}">
                <a16:creationId xmlns:a16="http://schemas.microsoft.com/office/drawing/2014/main" id="{7466FE3A-2FBD-17F9-1AC5-576EB7C6EB4F}"/>
              </a:ext>
            </a:extLst>
          </p:cNvPr>
          <p:cNvCxnSpPr>
            <a:cxnSpLocks/>
          </p:cNvCxnSpPr>
          <p:nvPr/>
        </p:nvCxnSpPr>
        <p:spPr>
          <a:xfrm flipV="1">
            <a:off x="2042462" y="3674311"/>
            <a:ext cx="622833" cy="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AF28C188-992D-949D-0229-E56D1563AFA2}"/>
              </a:ext>
            </a:extLst>
          </p:cNvPr>
          <p:cNvCxnSpPr>
            <a:cxnSpLocks/>
          </p:cNvCxnSpPr>
          <p:nvPr/>
        </p:nvCxnSpPr>
        <p:spPr>
          <a:xfrm>
            <a:off x="4320673" y="3674311"/>
            <a:ext cx="622833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9D1E963A-7E18-5FD6-64FB-3A30EC00B940}"/>
              </a:ext>
            </a:extLst>
          </p:cNvPr>
          <p:cNvCxnSpPr>
            <a:cxnSpLocks/>
          </p:cNvCxnSpPr>
          <p:nvPr/>
        </p:nvCxnSpPr>
        <p:spPr>
          <a:xfrm>
            <a:off x="6598884" y="3674311"/>
            <a:ext cx="622833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ector de Seta Reta 29">
            <a:extLst>
              <a:ext uri="{FF2B5EF4-FFF2-40B4-BE49-F238E27FC236}">
                <a16:creationId xmlns:a16="http://schemas.microsoft.com/office/drawing/2014/main" id="{5AE3FED4-CE07-6A84-14BB-975FD66B95DB}"/>
              </a:ext>
            </a:extLst>
          </p:cNvPr>
          <p:cNvCxnSpPr>
            <a:cxnSpLocks/>
          </p:cNvCxnSpPr>
          <p:nvPr/>
        </p:nvCxnSpPr>
        <p:spPr>
          <a:xfrm>
            <a:off x="9189778" y="3674311"/>
            <a:ext cx="622834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203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B0A82976-E0E1-B473-4E22-4D6AC2CB66E0}"/>
              </a:ext>
            </a:extLst>
          </p:cNvPr>
          <p:cNvSpPr/>
          <p:nvPr/>
        </p:nvSpPr>
        <p:spPr>
          <a:xfrm>
            <a:off x="0" y="0"/>
            <a:ext cx="12365421" cy="6858000"/>
          </a:xfrm>
          <a:prstGeom prst="rect">
            <a:avLst/>
          </a:prstGeom>
          <a:solidFill>
            <a:srgbClr val="F5F8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48B533DA-9AA6-78C5-147A-94CB59C4F5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728"/>
          <a:stretch>
            <a:fillRect/>
          </a:stretch>
        </p:blipFill>
        <p:spPr>
          <a:xfrm>
            <a:off x="72345" y="889000"/>
            <a:ext cx="12293076" cy="3946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496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tângulo 26">
            <a:extLst>
              <a:ext uri="{FF2B5EF4-FFF2-40B4-BE49-F238E27FC236}">
                <a16:creationId xmlns:a16="http://schemas.microsoft.com/office/drawing/2014/main" id="{6FCE4D84-4D6E-97D6-FB1A-035BF89C8077}"/>
              </a:ext>
            </a:extLst>
          </p:cNvPr>
          <p:cNvSpPr/>
          <p:nvPr/>
        </p:nvSpPr>
        <p:spPr>
          <a:xfrm>
            <a:off x="0" y="0"/>
            <a:ext cx="12365421" cy="6858000"/>
          </a:xfrm>
          <a:prstGeom prst="rect">
            <a:avLst/>
          </a:prstGeom>
          <a:solidFill>
            <a:srgbClr val="F5F8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ssds</a:t>
            </a:r>
            <a:endParaRPr lang="pt-BR" dirty="0"/>
          </a:p>
        </p:txBody>
      </p: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3C7861D3-46E7-4EB0-DC1B-08582BDB81E9}"/>
              </a:ext>
            </a:extLst>
          </p:cNvPr>
          <p:cNvGrpSpPr/>
          <p:nvPr/>
        </p:nvGrpSpPr>
        <p:grpSpPr>
          <a:xfrm>
            <a:off x="4668427" y="2179802"/>
            <a:ext cx="2133442" cy="2878310"/>
            <a:chOff x="4330920" y="1571172"/>
            <a:chExt cx="3055007" cy="4108457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C97D5911-7A0F-D62B-F9D4-605C3A4CE3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3615" r="7490" b="9985"/>
            <a:stretch>
              <a:fillRect/>
            </a:stretch>
          </p:blipFill>
          <p:spPr>
            <a:xfrm>
              <a:off x="4330920" y="1571172"/>
              <a:ext cx="3055007" cy="4108457"/>
            </a:xfrm>
            <a:prstGeom prst="roundRect">
              <a:avLst/>
            </a:prstGeom>
          </p:spPr>
        </p:pic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87C6491C-E23F-08F7-0617-52EBA660C0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70000"/>
            </a:blip>
            <a:stretch>
              <a:fillRect/>
            </a:stretch>
          </p:blipFill>
          <p:spPr>
            <a:xfrm>
              <a:off x="4330922" y="1571172"/>
              <a:ext cx="3055005" cy="4108457"/>
            </a:xfrm>
            <a:prstGeom prst="roundRect">
              <a:avLst>
                <a:gd name="adj" fmla="val 5443"/>
              </a:avLst>
            </a:prstGeom>
          </p:spPr>
        </p:pic>
      </p:grpSp>
      <p:pic>
        <p:nvPicPr>
          <p:cNvPr id="11" name="Imagem 10">
            <a:extLst>
              <a:ext uri="{FF2B5EF4-FFF2-40B4-BE49-F238E27FC236}">
                <a16:creationId xmlns:a16="http://schemas.microsoft.com/office/drawing/2014/main" id="{BDF68511-3704-CBB2-1273-B8E6061180D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98" b="1197"/>
          <a:stretch>
            <a:fillRect/>
          </a:stretch>
        </p:blipFill>
        <p:spPr>
          <a:xfrm>
            <a:off x="8152653" y="2179802"/>
            <a:ext cx="2861984" cy="2878310"/>
          </a:xfrm>
          <a:prstGeom prst="roundRect">
            <a:avLst>
              <a:gd name="adj" fmla="val 3921"/>
            </a:avLst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2BB6EC36-BFA4-157C-2484-AF780AACB3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615" r="7490" b="9985"/>
          <a:stretch>
            <a:fillRect/>
          </a:stretch>
        </p:blipFill>
        <p:spPr>
          <a:xfrm>
            <a:off x="1247585" y="2179804"/>
            <a:ext cx="2140280" cy="2878308"/>
          </a:xfrm>
          <a:prstGeom prst="roundRect">
            <a:avLst>
              <a:gd name="adj" fmla="val 5443"/>
            </a:avLst>
          </a:prstGeom>
        </p:spPr>
      </p:pic>
      <p:sp>
        <p:nvSpPr>
          <p:cNvPr id="29" name="CaixaDeTexto 28">
            <a:extLst>
              <a:ext uri="{FF2B5EF4-FFF2-40B4-BE49-F238E27FC236}">
                <a16:creationId xmlns:a16="http://schemas.microsoft.com/office/drawing/2014/main" id="{FCD34131-2CE7-7AE1-95C1-91F96BAB0FD7}"/>
              </a:ext>
            </a:extLst>
          </p:cNvPr>
          <p:cNvSpPr txBox="1"/>
          <p:nvPr/>
        </p:nvSpPr>
        <p:spPr>
          <a:xfrm>
            <a:off x="923419" y="1295400"/>
            <a:ext cx="74900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rgbClr val="1560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Segmentação, Extração do ROI e Pré-processamento</a:t>
            </a:r>
          </a:p>
        </p:txBody>
      </p:sp>
    </p:spTree>
    <p:extLst>
      <p:ext uri="{BB962C8B-B14F-4D97-AF65-F5344CB8AC3E}">
        <p14:creationId xmlns:p14="http://schemas.microsoft.com/office/powerpoint/2010/main" val="2885323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7661BC91-326D-89BD-46E7-52FA6E35772C}"/>
              </a:ext>
            </a:extLst>
          </p:cNvPr>
          <p:cNvSpPr/>
          <p:nvPr/>
        </p:nvSpPr>
        <p:spPr>
          <a:xfrm>
            <a:off x="0" y="0"/>
            <a:ext cx="12365421" cy="6858000"/>
          </a:xfrm>
          <a:prstGeom prst="rect">
            <a:avLst/>
          </a:prstGeom>
          <a:solidFill>
            <a:srgbClr val="F5F8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ssds</a:t>
            </a:r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A0BF6E1-CDCB-B7B9-FE15-5D08A2D1C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48FBE81-5B91-16D8-0D47-0D09923AC3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4B7C6C1-92B9-5CF8-54BE-6D398C1FAC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5289"/>
            <a:ext cx="12192000" cy="4847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979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C566DC5D-FE7C-8C6C-3015-2E86C73185FA}"/>
              </a:ext>
            </a:extLst>
          </p:cNvPr>
          <p:cNvSpPr/>
          <p:nvPr/>
        </p:nvSpPr>
        <p:spPr>
          <a:xfrm>
            <a:off x="0" y="0"/>
            <a:ext cx="12365421" cy="6858000"/>
          </a:xfrm>
          <a:prstGeom prst="rect">
            <a:avLst/>
          </a:prstGeom>
          <a:solidFill>
            <a:srgbClr val="F5F8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ssds</a:t>
            </a:r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58DFCE0-C622-2745-FC97-D458B5F8A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2491023-097B-CA49-A16B-A8884D551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42E58F7-696C-9910-B251-282A200F2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781" y="1027906"/>
            <a:ext cx="11736438" cy="4315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14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3B1E3CD1-1DAE-EBB9-9BBF-2D727D5785A4}"/>
              </a:ext>
            </a:extLst>
          </p:cNvPr>
          <p:cNvSpPr/>
          <p:nvPr/>
        </p:nvSpPr>
        <p:spPr>
          <a:xfrm>
            <a:off x="0" y="0"/>
            <a:ext cx="12365421" cy="6858000"/>
          </a:xfrm>
          <a:prstGeom prst="rect">
            <a:avLst/>
          </a:prstGeom>
          <a:solidFill>
            <a:srgbClr val="F5F8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ssds</a:t>
            </a:r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B590D38-FA28-B7CB-19DC-ED80E532B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A64BF8-7C65-3739-06B3-433754A902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56FF183-6C0C-9E15-4D37-C2FD926A9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96" y="942150"/>
            <a:ext cx="3162745" cy="74141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5547DC5-E68E-9173-76EA-E5EDDCDC8C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598" y="1690688"/>
            <a:ext cx="10421804" cy="1228896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945DF73-534D-E37F-7C47-F3220A1F2A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615" y="3364190"/>
            <a:ext cx="11898385" cy="225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2775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E0C5AAEB-C541-8A25-E138-6FF6D526E863}"/>
              </a:ext>
            </a:extLst>
          </p:cNvPr>
          <p:cNvSpPr/>
          <p:nvPr/>
        </p:nvSpPr>
        <p:spPr>
          <a:xfrm>
            <a:off x="0" y="0"/>
            <a:ext cx="12365421" cy="6858000"/>
          </a:xfrm>
          <a:prstGeom prst="rect">
            <a:avLst/>
          </a:prstGeom>
          <a:solidFill>
            <a:srgbClr val="F5F8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ssds</a:t>
            </a:r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6905A2B-1FA9-A3D8-3796-7CDEA9D59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FFD3A8B-775D-5709-EA53-E0EFBB4BB3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5095A21-CEEA-DCA1-C8C4-1AFD2495F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44" y="909286"/>
            <a:ext cx="11726912" cy="503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861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34FAEFC6-3F1F-B1C8-CA12-D3BB6B012141}"/>
              </a:ext>
            </a:extLst>
          </p:cNvPr>
          <p:cNvSpPr/>
          <p:nvPr/>
        </p:nvSpPr>
        <p:spPr>
          <a:xfrm>
            <a:off x="0" y="0"/>
            <a:ext cx="12365421" cy="6858000"/>
          </a:xfrm>
          <a:prstGeom prst="rect">
            <a:avLst/>
          </a:prstGeom>
          <a:solidFill>
            <a:srgbClr val="F5F8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ssds</a:t>
            </a:r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C4E47AC-D54B-C544-A6E6-2CF8025E3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B61019-5DED-3694-5B38-768C9C90DF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1C8FF7A-45B0-4C5F-D2F6-BD9285610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65" y="952154"/>
            <a:ext cx="12146070" cy="4953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04369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26</Words>
  <Application>Microsoft Office PowerPoint</Application>
  <PresentationFormat>Widescreen</PresentationFormat>
  <Paragraphs>14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DM Sans</vt:lpstr>
      <vt:lpstr>Times New Roman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 Gabriel Caixeta Vasconcelos</dc:creator>
  <cp:lastModifiedBy>Victor Gabriel Caixeta Vasconcelos</cp:lastModifiedBy>
  <cp:revision>1</cp:revision>
  <dcterms:created xsi:type="dcterms:W3CDTF">2026-09-03T03:31:51Z</dcterms:created>
  <dcterms:modified xsi:type="dcterms:W3CDTF">2026-09-03T04:34:31Z</dcterms:modified>
</cp:coreProperties>
</file>